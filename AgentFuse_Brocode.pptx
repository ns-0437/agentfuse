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·  LONG-RANGE AUTONOMY CHALLENGE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13232" y="1938528"/>
            <a:ext cx="896112" cy="896112"/>
          </a:xfrm>
          <a:prstGeom prst="roundRect">
            <a:avLst>
              <a:gd name="adj" fmla="val 14286"/>
            </a:avLst>
          </a:prstGeom>
          <a:solidFill>
            <a:srgbClr val="1B2536"/>
          </a:solidFill>
          <a:ln w="19050">
            <a:solidFill>
              <a:srgbClr val="1FD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2121408"/>
            <a:ext cx="384048" cy="530352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5" name="Text 3"/>
          <p:cNvSpPr/>
          <p:nvPr/>
        </p:nvSpPr>
        <p:spPr>
          <a:xfrm>
            <a:off x="1783080" y="18745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127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Circuit Breaker for Long-Range AI Agents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3822192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fail quietly — infinite loops, goal drift, logic traps, runaway spend. AgentFuse is an independent supervisor that catches these in real time and steers the agent back on track.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4983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B253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498348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1B2536"/>
          </a:solidFill>
          <a:ln w="12700">
            <a:solidFill>
              <a:srgbClr val="1FD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498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Guardrails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49834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36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4983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AgentKit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144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Brocode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732520" y="6053328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1B253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6053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ns-0437.github.io/agentfuse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55448" cy="292608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0" y="3474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5256" y="2020824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862072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05256" y="3054096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86207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286207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95344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" y="4087368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89534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0" y="389534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928616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" y="5120640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928616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54880" y="4928616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182880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65976" y="2020824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28" name="Text 26"/>
          <p:cNvSpPr/>
          <p:nvPr/>
        </p:nvSpPr>
        <p:spPr>
          <a:xfrm>
            <a:off x="6665976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182880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Dashboard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515600" y="182880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46520" y="2862072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65976" y="3054096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33" name="Text 31"/>
          <p:cNvSpPr/>
          <p:nvPr/>
        </p:nvSpPr>
        <p:spPr>
          <a:xfrm>
            <a:off x="6665976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0" y="286207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Improvement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515600" y="286207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3895344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65976" y="4087368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38" name="Text 36"/>
          <p:cNvSpPr/>
          <p:nvPr/>
        </p:nvSpPr>
        <p:spPr>
          <a:xfrm>
            <a:off x="6665976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0" y="389534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515600" y="389534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55448" cy="292608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0" y="3474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AgentFuse?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circuit breaker in your home — when current spikes, it trips and cuts the power before damage is done, then a human resets it.
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 is that breaker, for AI agents.
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agents run for hours across hundreds of steps with no human watching. AgentFuse is an independent supervisor: it watches every action, trips when the agent goes wrong, and uses a separate model to steer it back — or safely escalates to a human.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2057400"/>
            <a:ext cx="4800600" cy="932688"/>
          </a:xfrm>
          <a:prstGeom prst="roundRect">
            <a:avLst>
              <a:gd name="adj" fmla="val 8824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58584" y="2267712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958584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53528" y="22037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everything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53528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calls, graph routes, state and token spend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3108960"/>
            <a:ext cx="4800600" cy="932688"/>
          </a:xfrm>
          <a:prstGeom prst="roundRect">
            <a:avLst>
              <a:gd name="adj" fmla="val 8824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58584" y="3319272"/>
            <a:ext cx="512064" cy="512064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15" name="Text 13"/>
          <p:cNvSpPr/>
          <p:nvPr/>
        </p:nvSpPr>
        <p:spPr>
          <a:xfrm>
            <a:off x="6958584" y="3319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53528" y="32552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failure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53528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goal drift, logic stalls, runaway spend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4160520"/>
            <a:ext cx="4800600" cy="932688"/>
          </a:xfrm>
          <a:prstGeom prst="roundRect">
            <a:avLst>
              <a:gd name="adj" fmla="val 8824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58584" y="4370832"/>
            <a:ext cx="512064" cy="512064"/>
          </a:xfrm>
          <a:prstGeom prst="ellipse">
            <a:avLst/>
          </a:prstGeom>
          <a:solidFill>
            <a:srgbClr val="1FD0A0"/>
          </a:solidFill>
          <a:ln/>
        </p:spPr>
      </p:sp>
      <p:sp>
        <p:nvSpPr>
          <p:cNvPr id="20" name="Text 18"/>
          <p:cNvSpPr/>
          <p:nvPr/>
        </p:nvSpPr>
        <p:spPr>
          <a:xfrm>
            <a:off x="6958584" y="4370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53528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Steers back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53528" y="4636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model writes a fix, injected live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5212080"/>
            <a:ext cx="4800600" cy="932688"/>
          </a:xfrm>
          <a:prstGeom prst="roundRect">
            <a:avLst>
              <a:gd name="adj" fmla="val 8824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58584" y="5422392"/>
            <a:ext cx="512064" cy="51206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5422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53528" y="5358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its limits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53528" y="5687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to a human when it can't be fixed safely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55448" cy="292608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0" y="3474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autonomy fails quietly — and the agent can't see it happening.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5230368" cy="1664208"/>
          </a:xfrm>
          <a:prstGeom prst="roundRect">
            <a:avLst>
              <a:gd name="adj" fmla="val 494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2286000"/>
            <a:ext cx="548640" cy="5486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249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Tool Loops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7614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same action over and over, expecting a different result.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230368" cy="1664208"/>
          </a:xfrm>
          <a:prstGeom prst="roundRect">
            <a:avLst>
              <a:gd name="adj" fmla="val 494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9672" y="228600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2249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27614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forgets the objective and wanders off onto an unrelated task.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767328"/>
            <a:ext cx="5230368" cy="1664208"/>
          </a:xfrm>
          <a:prstGeom prst="roundRect">
            <a:avLst>
              <a:gd name="adj" fmla="val 494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1832" y="4041648"/>
            <a:ext cx="548640" cy="548640"/>
          </a:xfrm>
          <a:prstGeom prst="ellipse">
            <a:avLst/>
          </a:prstGeom>
          <a:solidFill>
            <a:srgbClr val="1FD0A0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Traps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51713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flawlessly — but from a false assumption it never questions.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767328"/>
            <a:ext cx="5230368" cy="1664208"/>
          </a:xfrm>
          <a:prstGeom prst="roundRect">
            <a:avLst>
              <a:gd name="adj" fmla="val 494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9672" y="4041648"/>
            <a:ext cx="548640" cy="5486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6948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Spend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451713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 tokens (real money) step after step with nothing to show for it.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5687568"/>
            <a:ext cx="10808208" cy="713232"/>
          </a:xfrm>
          <a:prstGeom prst="roundRect">
            <a:avLst>
              <a:gd name="adj" fmla="val 11538"/>
            </a:avLst>
          </a:prstGeom>
          <a:solidFill>
            <a:srgbClr val="1B2536"/>
          </a:solidFill>
          <a:ln w="12700">
            <a:solidFill>
              <a:srgbClr val="1FD0A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888736"/>
            <a:ext cx="182880" cy="329184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568756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 </a:t>
            </a:r>
            <a:pPr indent="0" marL="0">
              <a:buNone/>
            </a:pPr>
            <a:r>
              <a:rPr lang="en-US" sz="1450" i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failed is the worst judge of its own failure — you need an independent supervisor.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55448" cy="292608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0" y="3474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How It Works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989320" cy="786384"/>
          </a:xfrm>
          <a:prstGeom prst="roundRect">
            <a:avLst>
              <a:gd name="adj" fmla="val 104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956816"/>
            <a:ext cx="438912" cy="43891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8562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08760" y="21854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every tool call, route and token in real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679192"/>
            <a:ext cx="5989320" cy="786384"/>
          </a:xfrm>
          <a:prstGeom prst="roundRect">
            <a:avLst>
              <a:gd name="adj" fmla="val 104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2852928"/>
            <a:ext cx="438912" cy="43891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7523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08760" y="30815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sensors: loops · drift · stalls · runaway spend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575304"/>
            <a:ext cx="5989320" cy="786384"/>
          </a:xfrm>
          <a:prstGeom prst="roundRect">
            <a:avLst>
              <a:gd name="adj" fmla="val 104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749040"/>
            <a:ext cx="438912" cy="43891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749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508760" y="39776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run the moment a danger threshold is crossed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471416"/>
            <a:ext cx="5989320" cy="786384"/>
          </a:xfrm>
          <a:prstGeom prst="roundRect">
            <a:avLst>
              <a:gd name="adj" fmla="val 104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4645152"/>
            <a:ext cx="438912" cy="43891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45445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508760" y="48737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reasoning model writes the fix, injected back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5367528"/>
            <a:ext cx="5989320" cy="786384"/>
          </a:xfrm>
          <a:prstGeom prst="roundRect">
            <a:avLst>
              <a:gd name="adj" fmla="val 104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6112" y="5541264"/>
            <a:ext cx="438912" cy="43891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541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54406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Escalate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508760" y="57698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on the corrected path — or hand to a human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1719072"/>
            <a:ext cx="4690872" cy="3566160"/>
          </a:xfrm>
          <a:prstGeom prst="roundRect">
            <a:avLst>
              <a:gd name="adj" fmla="val 2564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33" name="Image 0" descr="assets/ppt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828800"/>
            <a:ext cx="4471416" cy="335584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967728" y="54132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agent stuck in a loop — caught by the breaker and steered back to finish, in one run.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55448" cy="292608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0" y="3474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core, first-class OpenAI AgentKit integration.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222199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" y="2624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3544" y="30449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Stdlib-only core — runs anywhere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2221992"/>
            <a:ext cx="310896" cy="310896"/>
          </a:xfrm>
          <a:prstGeom prst="ellipse">
            <a:avLst/>
          </a:prstGeom>
          <a:solidFill>
            <a:srgbClr val="1FD0A0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2624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AgentKit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30449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First-class, real RunHooks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2221992"/>
            <a:ext cx="310896" cy="310896"/>
          </a:xfrm>
          <a:prstGeom prst="ellipse">
            <a:avLst/>
          </a:prstGeom>
          <a:solidFill>
            <a:srgbClr val="1FD0A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9944" y="2624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30449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tool-use loop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9659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432" y="2221992"/>
            <a:ext cx="310896" cy="310896"/>
          </a:xfrm>
          <a:prstGeom prst="ellipse">
            <a:avLst/>
          </a:prstGeom>
          <a:solidFill>
            <a:srgbClr val="1FD0A0"/>
          </a:solidFill>
          <a:ln/>
        </p:spPr>
      </p:sp>
      <p:sp>
        <p:nvSpPr>
          <p:cNvPr id="21" name="Text 19"/>
          <p:cNvSpPr/>
          <p:nvPr/>
        </p:nvSpPr>
        <p:spPr>
          <a:xfrm>
            <a:off x="9153144" y="2624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3144" y="30449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Callback-handler adapter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840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1832" y="4096512"/>
            <a:ext cx="310896" cy="310896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544" y="49194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Separate-model recovery (o4-mini)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29000" y="3840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85032" y="40965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3666744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Traces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66744" y="49194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observability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3840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28232" y="409651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9944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 Dashboard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9944" y="49194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no server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915400" y="38404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71432" y="4096512"/>
            <a:ext cx="310896" cy="310896"/>
          </a:xfrm>
          <a:prstGeom prst="ellipse">
            <a:avLst/>
          </a:prstGeom>
          <a:solidFill>
            <a:srgbClr val="1FD0A0"/>
          </a:solidFill>
          <a:ln/>
        </p:spPr>
      </p:sp>
      <p:sp>
        <p:nvSpPr>
          <p:cNvPr id="37" name="Text 35"/>
          <p:cNvSpPr/>
          <p:nvPr/>
        </p:nvSpPr>
        <p:spPr>
          <a:xfrm>
            <a:off x="9153144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53144" y="49194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live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55448" cy="292608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0" y="3474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Dashboard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1572768"/>
            <a:ext cx="7187184" cy="4937760"/>
          </a:xfrm>
          <a:prstGeom prst="roundRect">
            <a:avLst>
              <a:gd name="adj" fmla="val 1852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7" name="Image 0" descr="assets/ppt/dashboard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82496"/>
            <a:ext cx="6967728" cy="4718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385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intervention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92440" y="25420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supervised run, replayable — trips, steering recoveries, token spend and graph routes at a glance.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138160" y="3721608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trips &amp; recoveries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4288536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0" y="4224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token-spend chart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4855464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4791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detectors &amp; graph route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92440" y="566928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B253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2440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ns-0437.github.io/agentfuse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55448" cy="292608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0" y="3474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Improvement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AgentFuse goes next.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2267712"/>
            <a:ext cx="475488" cy="475488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41832" y="32369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dashboard, not just run replay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0832" y="201168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2267712"/>
            <a:ext cx="475488" cy="475488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detectors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26864" y="32369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loops, cost forecasting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55864" y="201168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2267712"/>
            <a:ext cx="475488" cy="475488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11896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view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11896" y="323697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many parallel agents at once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1832" y="4142232"/>
            <a:ext cx="475488" cy="475488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" y="4727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41832" y="511149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drift baselines per task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70832" y="388620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4142232"/>
            <a:ext cx="475488" cy="475488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29" name="Text 27"/>
          <p:cNvSpPr/>
          <p:nvPr/>
        </p:nvSpPr>
        <p:spPr>
          <a:xfrm>
            <a:off x="4626864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26864" y="4727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policy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626864" y="511149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PagerDuty + guardrail rules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55864" y="388620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51D2C"/>
          </a:solidFill>
          <a:ln w="12700">
            <a:solidFill>
              <a:srgbClr val="2A3A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11896" y="4142232"/>
            <a:ext cx="475488" cy="475488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34" name="Text 32"/>
          <p:cNvSpPr/>
          <p:nvPr/>
        </p:nvSpPr>
        <p:spPr>
          <a:xfrm>
            <a:off x="8311896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11896" y="4727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package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311896" y="511149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install:  pip install agentfuse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70448" y="1691640"/>
            <a:ext cx="457200" cy="713232"/>
          </a:xfrm>
          <a:prstGeom prst="lightningBol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AgentFuse — keeping autonomous agents on track.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F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</a:t>
            </a:r>
            <a:pPr algn="ctr" indent="0" marL="0">
              <a:buNone/>
            </a:pPr>
            <a:r>
              <a:rPr lang="en-US" sz="2200" b="1" dirty="0">
                <a:solidFill>
                  <a:srgbClr val="1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507492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B2536"/>
          </a:solidFill>
          <a:ln w="12700">
            <a:solidFill>
              <a:srgbClr val="9AA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5074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github.com/ns-0437/agentfuse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507492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B253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5074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ns-0437.github.io/agentfuse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AgentFuse</dc:title>
  <dc:subject>PptxGenJS Presentation</dc:subject>
  <dc:creator>Team Brocode</dc:creator>
  <cp:lastModifiedBy>Team Brocode</cp:lastModifiedBy>
  <cp:revision>1</cp:revision>
  <dcterms:created xsi:type="dcterms:W3CDTF">2026-07-18T12:28:12Z</dcterms:created>
  <dcterms:modified xsi:type="dcterms:W3CDTF">2026-07-18T12:28:12Z</dcterms:modified>
</cp:coreProperties>
</file>